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20900632794307" /><Relationship Type="http://schemas.openxmlformats.org/officeDocument/2006/relationships/extended-properties" Target="/docProps/app.xml" Id="R95da98b1754e4116" /><Relationship Type="http://schemas.openxmlformats.org/officeDocument/2006/relationships/officeDocument" Target="/ppt/presentation.xml" Id="Rbd8b1ec2e4a84c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3239f6600d4ce2"/>
  </p:sldMasterIdLst>
  <p:notesMasterIdLst>
    <p:notesMasterId xmlns:r="http://schemas.openxmlformats.org/officeDocument/2006/relationships" r:id="Rb647a0defde142e4"/>
  </p:notesMasterIdLst>
  <p:sldIdLst>
    <p:sldId xmlns:r="http://schemas.openxmlformats.org/officeDocument/2006/relationships" id="256" r:id="Rc6730ac5e4c541dd"/>
    <p:sldId xmlns:r="http://schemas.openxmlformats.org/officeDocument/2006/relationships" id="257" r:id="Rdebf97de6fd245e8"/>
    <p:sldId xmlns:r="http://schemas.openxmlformats.org/officeDocument/2006/relationships" id="258" r:id="R5ddc1a524b0c4194"/>
    <p:sldId xmlns:r="http://schemas.openxmlformats.org/officeDocument/2006/relationships" id="259" r:id="R2ccda10629af4760"/>
    <p:sldId xmlns:r="http://schemas.openxmlformats.org/officeDocument/2006/relationships" id="260" r:id="R8f6a6571054e4cf1"/>
    <p:sldId xmlns:r="http://schemas.openxmlformats.org/officeDocument/2006/relationships" id="261" r:id="Ra3173be60f614b62"/>
    <p:sldId xmlns:r="http://schemas.openxmlformats.org/officeDocument/2006/relationships" id="262" r:id="R2765a6c686314e48"/>
    <p:sldId xmlns:r="http://schemas.openxmlformats.org/officeDocument/2006/relationships" id="263" r:id="Re47245833c064952"/>
    <p:sldId xmlns:r="http://schemas.openxmlformats.org/officeDocument/2006/relationships" id="264" r:id="R470a71c1417a4a93"/>
    <p:sldId xmlns:r="http://schemas.openxmlformats.org/officeDocument/2006/relationships" id="265" r:id="Re2606817ea344522"/>
    <p:sldId xmlns:r="http://schemas.openxmlformats.org/officeDocument/2006/relationships" id="266" r:id="Rcb1860dc83dd4908"/>
    <p:sldId xmlns:r="http://schemas.openxmlformats.org/officeDocument/2006/relationships" id="267" r:id="Rbef87e9ecce045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f338322eb04bf4" /><Relationship Type="http://schemas.openxmlformats.org/officeDocument/2006/relationships/slideMaster" Target="/ppt/slideMasters/slideMaster1.xml" Id="Re03239f6600d4ce2" /><Relationship Type="http://schemas.openxmlformats.org/officeDocument/2006/relationships/notesMaster" Target="/ppt/notesMasters/notesMaster1.xml" Id="Rb647a0defde142e4" /><Relationship Type="http://schemas.openxmlformats.org/officeDocument/2006/relationships/presProps" Target="/ppt/presProps.xml" Id="R4fb789ef9d2b4d93" /><Relationship Type="http://schemas.openxmlformats.org/officeDocument/2006/relationships/tableStyles" Target="/ppt/tableStyles.xml" Id="R9ce4c675360a4881" /><Relationship Type="http://schemas.openxmlformats.org/officeDocument/2006/relationships/slide" Target="/ppt/slides/slide1.xml" Id="Rc6730ac5e4c541dd" /><Relationship Type="http://schemas.openxmlformats.org/officeDocument/2006/relationships/slide" Target="/ppt/slides/slide2.xml" Id="Rdebf97de6fd245e8" /><Relationship Type="http://schemas.openxmlformats.org/officeDocument/2006/relationships/slide" Target="/ppt/slides/slide3.xml" Id="R5ddc1a524b0c4194" /><Relationship Type="http://schemas.openxmlformats.org/officeDocument/2006/relationships/slide" Target="/ppt/slides/slide4.xml" Id="R2ccda10629af4760" /><Relationship Type="http://schemas.openxmlformats.org/officeDocument/2006/relationships/slide" Target="/ppt/slides/slide5.xml" Id="R8f6a6571054e4cf1" /><Relationship Type="http://schemas.openxmlformats.org/officeDocument/2006/relationships/slide" Target="/ppt/slides/slide6.xml" Id="Ra3173be60f614b62" /><Relationship Type="http://schemas.openxmlformats.org/officeDocument/2006/relationships/slide" Target="/ppt/slides/slide7.xml" Id="R2765a6c686314e48" /><Relationship Type="http://schemas.openxmlformats.org/officeDocument/2006/relationships/slide" Target="/ppt/slides/slide8.xml" Id="Re47245833c064952" /><Relationship Type="http://schemas.openxmlformats.org/officeDocument/2006/relationships/slide" Target="/ppt/slides/slide9.xml" Id="R470a71c1417a4a93" /><Relationship Type="http://schemas.openxmlformats.org/officeDocument/2006/relationships/slide" Target="/ppt/slides/slide10.xml" Id="Re2606817ea344522" /><Relationship Type="http://schemas.openxmlformats.org/officeDocument/2006/relationships/slide" Target="/ppt/slides/slide11.xml" Id="Rcb1860dc83dd4908" /><Relationship Type="http://schemas.openxmlformats.org/officeDocument/2006/relationships/slide" Target="/ppt/slides/slide12.xml" Id="Rbef87e9ecce045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54d673599249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e8c25875b34b83" /><Relationship Type="http://schemas.openxmlformats.org/officeDocument/2006/relationships/notesMaster" Target="/ppt/notesMasters/notesMaster1.xml" Id="R532c9db87da340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3b91b143034e5f" /><Relationship Type="http://schemas.openxmlformats.org/officeDocument/2006/relationships/notesMaster" Target="/ppt/notesMasters/notesMaster1.xml" Id="R1188dceb203c4d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905920cc68450c" /><Relationship Type="http://schemas.openxmlformats.org/officeDocument/2006/relationships/notesMaster" Target="/ppt/notesMasters/notesMaster1.xml" Id="R6a662abab0b549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e48ac7cd5c4fee" /><Relationship Type="http://schemas.openxmlformats.org/officeDocument/2006/relationships/notesMaster" Target="/ppt/notesMasters/notesMaster1.xml" Id="R5be5383e875241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6784daf78647e9" /><Relationship Type="http://schemas.openxmlformats.org/officeDocument/2006/relationships/notesMaster" Target="/ppt/notesMasters/notesMaster1.xml" Id="Re49f31d500ea4d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6c73f62dd04257" /><Relationship Type="http://schemas.openxmlformats.org/officeDocument/2006/relationships/notesMaster" Target="/ppt/notesMasters/notesMaster1.xml" Id="R5ff7f5a9e3b644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62cbefaed9490d" /><Relationship Type="http://schemas.openxmlformats.org/officeDocument/2006/relationships/notesMaster" Target="/ppt/notesMasters/notesMaster1.xml" Id="Rb23a42d719be44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848efa73134c5c" /><Relationship Type="http://schemas.openxmlformats.org/officeDocument/2006/relationships/notesMaster" Target="/ppt/notesMasters/notesMaster1.xml" Id="Rcc8059c9e52543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68195344d249e8" /><Relationship Type="http://schemas.openxmlformats.org/officeDocument/2006/relationships/notesMaster" Target="/ppt/notesMasters/notesMaster1.xml" Id="R7746e0310d154d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15e085f6c44ec3" /><Relationship Type="http://schemas.openxmlformats.org/officeDocument/2006/relationships/notesMaster" Target="/ppt/notesMasters/notesMaster1.xml" Id="Rfa3acca61e3f4d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249b53abfa4762" /><Relationship Type="http://schemas.openxmlformats.org/officeDocument/2006/relationships/notesMaster" Target="/ppt/notesMasters/notesMaster1.xml" Id="Rb674a78868d344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dc08a58e974c10" /><Relationship Type="http://schemas.openxmlformats.org/officeDocument/2006/relationships/notesMaster" Target="/ppt/notesMasters/notesMaster1.xml" Id="Rf43db58e91bc4f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c5a43f83a40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56d57d1061490e" /><Relationship Type="http://schemas.openxmlformats.org/officeDocument/2006/relationships/slideLayout" Target="/ppt/slideLayouts/slideLayout1.xml" Id="Ra3ac597c60214d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ac597c60214d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c65fd0a534d93" /><Relationship Type="http://schemas.openxmlformats.org/officeDocument/2006/relationships/image" Target="/ppt/media/image.png" Id="R07595619f6d84eea" /><Relationship Type="http://schemas.openxmlformats.org/officeDocument/2006/relationships/notesSlide" Target="/ppt/notesSlides/notesSlide1.xml" Id="R7d6a8a033c624d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aff73948c4f91" /><Relationship Type="http://schemas.openxmlformats.org/officeDocument/2006/relationships/image" Target="/ppt/media/image2.png" Id="R9b3bd636331a46a2" /><Relationship Type="http://schemas.openxmlformats.org/officeDocument/2006/relationships/image" Target="/ppt/media/image3.png" Id="R3e82ce26f64a4589" /><Relationship Type="http://schemas.openxmlformats.org/officeDocument/2006/relationships/notesSlide" Target="/ppt/notesSlides/notesSlide2.xml" Id="Ra5a24736014f46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1e2a4d0fc49fc" /><Relationship Type="http://schemas.openxmlformats.org/officeDocument/2006/relationships/image" Target="/ppt/media/image4.png" Id="Rccbc0dc17d094bff" /><Relationship Type="http://schemas.openxmlformats.org/officeDocument/2006/relationships/image" Target="/ppt/media/image5.png" Id="R4940311e9ee5472b" /><Relationship Type="http://schemas.openxmlformats.org/officeDocument/2006/relationships/image" Target="/ppt/media/image6.png" Id="R478d9ca139db4bb6" /><Relationship Type="http://schemas.openxmlformats.org/officeDocument/2006/relationships/image" Target="/ppt/media/image7.png" Id="R2b73cf3cc34245ce" /><Relationship Type="http://schemas.openxmlformats.org/officeDocument/2006/relationships/notesSlide" Target="/ppt/notesSlides/notesSlide3.xml" Id="R58c51788531a4c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4ff4ad3ac47cb" /><Relationship Type="http://schemas.openxmlformats.org/officeDocument/2006/relationships/image" Target="/ppt/media/image8.png" Id="R97568d0a1a5f4b42" /><Relationship Type="http://schemas.openxmlformats.org/officeDocument/2006/relationships/image" Target="/ppt/media/image9.png" Id="R91384988a1ac452e" /><Relationship Type="http://schemas.openxmlformats.org/officeDocument/2006/relationships/image" Target="/ppt/media/image10.png" Id="R5a02ef72a1dd4b15" /><Relationship Type="http://schemas.openxmlformats.org/officeDocument/2006/relationships/image" Target="/ppt/media/image11.png" Id="R6c1d33dd1ee3414f" /><Relationship Type="http://schemas.openxmlformats.org/officeDocument/2006/relationships/notesSlide" Target="/ppt/notesSlides/notesSlide4.xml" Id="Rf7030279747b45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1c12835ea4509" /><Relationship Type="http://schemas.openxmlformats.org/officeDocument/2006/relationships/image" Target="/ppt/media/image12.png" Id="Rc3b5f2d7e42a4b52" /><Relationship Type="http://schemas.openxmlformats.org/officeDocument/2006/relationships/image" Target="/ppt/media/image13.png" Id="R66cfdd531cba4de5" /><Relationship Type="http://schemas.openxmlformats.org/officeDocument/2006/relationships/notesSlide" Target="/ppt/notesSlides/notesSlide5.xml" Id="R6edab75cc9e643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4aa2094824ed5" /><Relationship Type="http://schemas.openxmlformats.org/officeDocument/2006/relationships/image" Target="/ppt/media/image14.png" Id="R626621ceadcd4443" /><Relationship Type="http://schemas.openxmlformats.org/officeDocument/2006/relationships/image" Target="/ppt/media/image15.png" Id="R2dfadce40f394d15" /><Relationship Type="http://schemas.openxmlformats.org/officeDocument/2006/relationships/notesSlide" Target="/ppt/notesSlides/notesSlide6.xml" Id="Rb10edc7462c749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ea5faa71b473d" /><Relationship Type="http://schemas.openxmlformats.org/officeDocument/2006/relationships/image" Target="/ppt/media/image16.png" Id="R9f0a2c65561c4c98" /><Relationship Type="http://schemas.openxmlformats.org/officeDocument/2006/relationships/image" Target="/ppt/media/image17.png" Id="Rb5fe92add57b4d85" /><Relationship Type="http://schemas.openxmlformats.org/officeDocument/2006/relationships/notesSlide" Target="/ppt/notesSlides/notesSlide7.xml" Id="R972b0ce3d98940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ade615f8d4635" /><Relationship Type="http://schemas.openxmlformats.org/officeDocument/2006/relationships/image" Target="/ppt/media/image18.png" Id="Rfbd71e550e3d48a0" /><Relationship Type="http://schemas.openxmlformats.org/officeDocument/2006/relationships/image" Target="/ppt/media/image19.png" Id="Rebd7f37c45614d57" /><Relationship Type="http://schemas.openxmlformats.org/officeDocument/2006/relationships/notesSlide" Target="/ppt/notesSlides/notesSlide8.xml" Id="Rb469e17583c446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975ecc8844d94" /><Relationship Type="http://schemas.openxmlformats.org/officeDocument/2006/relationships/image" Target="/ppt/media/image20.png" Id="R7a7311bd33594485" /><Relationship Type="http://schemas.openxmlformats.org/officeDocument/2006/relationships/image" Target="/ppt/media/image21.png" Id="R448011a8f8264c7e" /><Relationship Type="http://schemas.openxmlformats.org/officeDocument/2006/relationships/notesSlide" Target="/ppt/notesSlides/notesSlide9.xml" Id="R3ee0129070734c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de1c2f9034b9b" /><Relationship Type="http://schemas.openxmlformats.org/officeDocument/2006/relationships/image" Target="/ppt/media/image22.png" Id="Rfd5bb7fe72d94f89" /><Relationship Type="http://schemas.openxmlformats.org/officeDocument/2006/relationships/image" Target="/ppt/media/image23.png" Id="Rd99785c172384688" /><Relationship Type="http://schemas.openxmlformats.org/officeDocument/2006/relationships/image" Target="/ppt/media/image24.png" Id="R615579a1a1804963" /><Relationship Type="http://schemas.openxmlformats.org/officeDocument/2006/relationships/notesSlide" Target="/ppt/notesSlides/notesSlide10.xml" Id="Rdc0059d6449544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2dde32fe24639" /><Relationship Type="http://schemas.openxmlformats.org/officeDocument/2006/relationships/notesSlide" Target="/ppt/notesSlides/notesSlide11.xml" Id="R6b354d4a14c846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8646ee320454e" /><Relationship Type="http://schemas.openxmlformats.org/officeDocument/2006/relationships/image" Target="/ppt/media/image25.png" Id="Rdd38bc25e9834e35" /><Relationship Type="http://schemas.openxmlformats.org/officeDocument/2006/relationships/image" Target="/ppt/media/image26.png" Id="R2d6a7feceb3e4b3f" /><Relationship Type="http://schemas.openxmlformats.org/officeDocument/2006/relationships/image" Target="/ppt/media/image27.png" Id="Rb9fe2c517a22415a" /><Relationship Type="http://schemas.openxmlformats.org/officeDocument/2006/relationships/notesSlide" Target="/ppt/notesSlides/notesSlide12.xml" Id="R2b2749e76fc246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7084B5-12BC-4E90-80B8-C0C9298D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819150"/>
            <a:ext cx="5886450" cy="4362450"/>
          </a:xfrm>
          <a:prstGeom xmlns:a="http://schemas.openxmlformats.org/drawingml/2006/main" prst="roundRect">
            <a:avLst>
              <a:gd name="adj" fmla="val 2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95619f6d84eea"/>
          <a:srcRect xmlns:a="http://schemas.openxmlformats.org/drawingml/2006/main" l="11875" t="0" r="1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4050" y="857250"/>
            <a:ext cx="5810250" cy="4286250"/>
          </a:xfrm>
          <a:prstGeom xmlns:a="http://schemas.openxmlformats.org/drawingml/2006/main" prst="roundRect">
            <a:avLst>
              <a:gd name="adj" fmla="val 177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60C52-8827-4BC5-AB56-D9F79B28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434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CE46B-398F-46F5-87F8-DD5F9E20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00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Dashboard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9EC05-4CAF-4874-8F9C-F566A101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71CA2-56DE-48AC-8730-87FE8C9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FULL STACK E-COMMERCE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88501-3421-41CD-B0E7-D6A4A8CB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4C2F"/>
                </a:solidFill>
              </a:defRPr>
            </a:pPr>
            <a:r>
              <a:rPr sz="4350" b="1">
                <a:solidFill>
                  <a:srgbClr val="164C2F"/>
                </a:solidFill>
              </a:rPr>
              <a:t>Mercato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4DDFE-F483-48DD-9036-AB6152F1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31C"/>
                </a:solidFill>
              </a:defRPr>
            </a:pPr>
            <a:r>
              <a:rPr sz="2250" b="1">
                <a:solidFill>
                  <a:srgbClr val="10231C"/>
                </a:solidFill>
              </a:rPr>
              <a:t>E-Commerce Application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9AF88-BD61-4AFD-B98B-473A8D0B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0716A"/>
                </a:solidFill>
              </a:defRPr>
            </a:pPr>
            <a:r>
              <a:rPr sz="1425">
                <a:solidFill>
                  <a:srgbClr val="60716A"/>
                </a:solidFill>
              </a:rPr>
              <a:t>A React + Spring Boot + MySQL shopping platform covering customer journeys, admin operations, payments, reviews, and database-backed integration.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39F95-E463-459A-A6E4-0A058341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4C2F"/>
                </a:solidFill>
              </a:defRPr>
            </a:pPr>
            <a:r>
              <a:rPr sz="1350" b="1">
                <a:solidFill>
                  <a:srgbClr val="164C2F"/>
                </a:solidFill>
              </a:rPr>
              <a:t>12-slide project summary | 8 member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41A96-006B-4F9C-BAAB-6A6D9F77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43B95-4032-4EB9-B84D-C1E78E1F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3956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76481D-288A-4E64-8F78-D25BB3D9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Problem, Scope and Team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FFCD5-46DE-4C8F-BEAA-0A1E53E1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Problem statement is kept focused: make online shopping, order placement, and admin control work in one integrated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C65CD-F32D-440F-BBF7-2A3C1F33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90650"/>
            <a:ext cx="36957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bd636331a46a2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428750"/>
            <a:ext cx="3619500" cy="2038350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30617-6CB5-41EB-B500-0D8AE53A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70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66C75-8501-40AF-AA0F-40E93F51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Customer catalogue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9F1EB-C2C9-4F66-BEE5-602EDD51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10000"/>
            <a:ext cx="36957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2ce26f64a4589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3848100"/>
            <a:ext cx="3619500" cy="2038350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3B85F-3AFC-496E-BF09-B056E16F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864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C042D-AF51-4DB6-B07E-2F99C85B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43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Admin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67C51-D3A4-4545-ACCA-2D6D1273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94ABF-D432-47C1-9E03-3E8B35BF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8BA0B-05B9-4859-8470-F7A1F048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31C"/>
                </a:solidFill>
              </a:defRPr>
            </a:pPr>
            <a:r>
              <a:rPr sz="1163">
                <a:solidFill>
                  <a:srgbClr val="10231C"/>
                </a:solidFill>
              </a:rPr>
              <a:t>Introduction and system 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EFEC2-2D84-4D5A-B624-221F9FD3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42875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CAACA-6CA7-4169-AEBB-FFB73499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5621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B5FFF-5914-4F85-A842-5CB25618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097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31C"/>
                </a:solidFill>
              </a:defRPr>
            </a:pPr>
            <a:r>
              <a:rPr sz="1163">
                <a:solidFill>
                  <a:srgbClr val="10231C"/>
                </a:solidFill>
              </a:rPr>
              <a:t>Authentication, security and 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A5CAE-F374-433F-827C-6F2E092B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8F4AB-8EF8-40DA-BBED-651AD925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69DFD-7A3D-4674-A6F4-57B42359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31C"/>
                </a:solidFill>
              </a:defRPr>
            </a:pPr>
            <a:r>
              <a:rPr sz="1163">
                <a:solidFill>
                  <a:srgbClr val="10231C"/>
                </a:solidFill>
              </a:rPr>
              <a:t>Product catalogue and discovery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1865F-3B5C-4175-B597-47FA3351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45745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EBB38-93E5-435A-91A0-AC52D291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5908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D4F65-D10D-4F50-9B3D-27E7E3AD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8384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31C"/>
                </a:solidFill>
              </a:defRPr>
            </a:pPr>
            <a:r>
              <a:rPr sz="1163">
                <a:solidFill>
                  <a:srgbClr val="10231C"/>
                </a:solidFill>
              </a:rPr>
              <a:t>Wishlist, rating, reviews and image upload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D47CD1-6830-4FB5-8375-47698D77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01176-B59C-41DD-BCE0-EEBF8B63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8F95ED-49C8-47A8-A4CC-A57297B3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31C"/>
                </a:solidFill>
              </a:defRPr>
            </a:pPr>
            <a:r>
              <a:rPr sz="1163">
                <a:solidFill>
                  <a:srgbClr val="10231C"/>
                </a:solidFill>
              </a:rPr>
              <a:t>Cart and pricing 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1FDAE7-461D-4566-8FD8-CF56B5B7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48615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3626E0-F777-4280-9075-B07B19EF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619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20D7F0-01FC-4ED7-AD1B-9B152565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8671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31C"/>
                </a:solidFill>
              </a:defRPr>
            </a:pPr>
            <a:r>
              <a:rPr sz="1163">
                <a:solidFill>
                  <a:srgbClr val="10231C"/>
                </a:solidFill>
              </a:rPr>
              <a:t>Checkout, orders and Razorpay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233399-6225-4D26-A90B-A3E29B25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657B5E-21F8-4749-8009-5FB82863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1D0530-5DA9-4564-B8F5-6E907D00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31C"/>
                </a:solidFill>
              </a:defRPr>
            </a:pPr>
            <a:r>
              <a:rPr sz="1163">
                <a:solidFill>
                  <a:srgbClr val="10231C"/>
                </a:solidFill>
              </a:rPr>
              <a:t>Administration and role-based access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861C53-2874-46D5-A827-C126A370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51485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2AB614-B072-496F-B353-30830880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6482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F5DD04-9A4B-4CD8-AD46-67181B0F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958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31C"/>
                </a:solidFill>
              </a:defRPr>
            </a:pPr>
            <a:r>
              <a:rPr sz="1163">
                <a:solidFill>
                  <a:srgbClr val="10231C"/>
                </a:solidFill>
              </a:rPr>
              <a:t>Operations, database integration and conclusion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06D90C-D932-4A7F-9BB3-681679F5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313FC5-85EF-4074-969D-D84A05C5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01979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F18A78-2F89-4071-9B35-830FE80C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BA5CA-8686-46B5-A9D4-5D89FFBF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High-level project view without code: customer UI, admin UI, services, integrations and database.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0686C-C027-4333-896B-6BFFFDA0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5F1AC-628E-42B7-8762-0C2BE44A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144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Customer UI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React pages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321B1-F7D6-42D8-A8E3-24F7E28B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9D3D5-580B-44BB-979C-8BBEDA24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191D7-90A6-4724-884B-96BF429A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API Layer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Auth, products, cart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0905E-645B-472F-8FEA-EB067FB4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824E3-CBEA-41AA-A3C4-A291CF51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33309-AB9F-461C-A9F1-3DD80A2C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43125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Spring Boot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Business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E85F9-EBD8-4C53-AD1F-5CDD87DB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0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45ADB-00A7-4465-95E1-A9B4DD1A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BEE28-758B-49B2-AEE2-F7BC9AFF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43125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MySQL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Persistent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BF086-FE05-484B-BE1D-6CC882C1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95700"/>
            <a:ext cx="219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BAD78-3434-4DE3-9677-13170BA2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3857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Admin Panel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Role-based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CED54-535B-4E12-908D-4ACCD20C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95700"/>
            <a:ext cx="2000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F2B80-5080-44C3-B980-A04ABA34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JWT Security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Protected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FC851-2118-4E8D-8359-EA56880C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AEF36-296F-49C7-A3B1-C8776A41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3857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Razorpay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Payment gateway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C0814-EFF6-42F8-A366-5B6DDAFF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576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793C1-1C48-4511-B96D-441AE869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273F4-F2B8-46C8-BB82-E9138192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14900"/>
            <a:ext cx="226695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c0dc17d094bff"/>
          <a:srcRect xmlns:a="http://schemas.openxmlformats.org/drawingml/2006/main" l="0" t="145" r="0" b="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4953000"/>
            <a:ext cx="2190750" cy="1228725"/>
          </a:xfrm>
          <a:prstGeom xmlns:a="http://schemas.openxmlformats.org/drawingml/2006/main" prst="roundRect">
            <a:avLst>
              <a:gd name="adj" fmla="val 6202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7CC3E6-6DB9-4484-8D1D-93064445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81675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EBE1E-6833-4F5F-81DF-3E19AF5D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8388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Login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7D8F01-06C3-47C6-96B9-8F84C1FA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14900"/>
            <a:ext cx="226695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0311e9ee5472b"/>
          <a:srcRect xmlns:a="http://schemas.openxmlformats.org/drawingml/2006/main" l="0" t="145" r="0" b="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43300" y="4953000"/>
            <a:ext cx="2190750" cy="1228725"/>
          </a:xfrm>
          <a:prstGeom xmlns:a="http://schemas.openxmlformats.org/drawingml/2006/main" prst="roundRect">
            <a:avLst>
              <a:gd name="adj" fmla="val 6202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B12877-D3F1-4B03-988A-B9616CD2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781675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731DF0-D22C-44E2-A90E-25C238DD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8388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237C9B-54AE-46CE-A854-90087EB8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14900"/>
            <a:ext cx="226695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d9ca139db4bb6"/>
          <a:srcRect xmlns:a="http://schemas.openxmlformats.org/drawingml/2006/main" l="0" t="145" r="0" b="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4953000"/>
            <a:ext cx="2190750" cy="1228725"/>
          </a:xfrm>
          <a:prstGeom xmlns:a="http://schemas.openxmlformats.org/drawingml/2006/main" prst="roundRect">
            <a:avLst>
              <a:gd name="adj" fmla="val 6202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0A20BB-DD84-4B3C-95E5-71167FC5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81675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BBC103-8BBD-47FF-8AEC-C3AB76F6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8388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Orders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F8AB9A-5FA8-4F08-9A24-2BD2331C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14900"/>
            <a:ext cx="226695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3cf3cc34245ce"/>
          <a:srcRect xmlns:a="http://schemas.openxmlformats.org/drawingml/2006/main" l="0" t="145" r="0" b="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91650" y="4953000"/>
            <a:ext cx="2190750" cy="1228725"/>
          </a:xfrm>
          <a:prstGeom xmlns:a="http://schemas.openxmlformats.org/drawingml/2006/main" prst="roundRect">
            <a:avLst>
              <a:gd name="adj" fmla="val 6202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4EEA37-91DA-48C5-86F5-780ABDAC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781675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B88501-DE10-446C-A52A-E7387AED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388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Admin users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1D77E9-2057-42A1-BA75-123CA87E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D2E74A-43E5-4F9E-B35D-DB9C1D34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2454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228AD2-2397-4014-873A-58F448F5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Authentication, Security and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5E97C-8434-414C-9FB1-9DC78F5C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2 module: user entry, account recovery, session protection and profile maintenance.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0B0B3-69D9-4BDD-ABC6-1893EE8F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2552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68d0a1a5f4b42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2476500" cy="139065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A9995-A7B6-4CAB-8004-8CC0C00E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209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3B323-DC82-4082-AAD6-F2F8F7DB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Sign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745F1-F2BC-42B8-BFCF-342FCDEC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90650"/>
            <a:ext cx="2552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84988a1ac452e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1428750"/>
            <a:ext cx="2476500" cy="139065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2C6C7-DF71-40BF-ABC2-77B006AB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19350"/>
            <a:ext cx="2209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56D3B-8D88-4191-9B56-31E5FC74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A2C60-0A7F-4084-8BB0-9AE9420D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552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2ef72a1dd4b15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3219450"/>
            <a:ext cx="2476500" cy="139065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AF871-F7B3-459F-A551-5F795F8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2209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4E58E-8A44-4226-A717-CE0481DF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Password reset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3CF1B-6AE3-4DE4-B38B-2B44AFB1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81350"/>
            <a:ext cx="2552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d33dd1ee3414f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3219450"/>
            <a:ext cx="2476500" cy="139065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1165D-7B14-4055-A4CF-13BCF94A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0050"/>
            <a:ext cx="2209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4A88C-81C1-4745-B3D2-63594CB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Profile 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9B231-2311-4198-9BBA-E3EFA7BC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47675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B988F-5EAB-44F4-9256-09300D32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4C2F"/>
                </a:solidFill>
              </a:defRPr>
            </a:pPr>
            <a:r>
              <a:rPr sz="1875" b="1">
                <a:solidFill>
                  <a:srgbClr val="164C2F"/>
                </a:solidFill>
              </a:rPr>
              <a:t>What this module demonstrates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FD0D2-A4BA-428B-8ADF-40921F44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C06AB-3606-4A1C-A1FA-3C7229AD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Login, registration and forgot-password screens keep account access clear.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A40CB9-15ED-4213-8715-81356586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2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6BA03-C37F-4ED3-A7F5-0AA913C4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146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Session-based navigation separates protected customer pages from public pages.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BB1C27-DB2D-48D9-95C9-B848A554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09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9D0D6-E6F3-4E5D-A525-0EF9F966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2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Profile page allows account details and password changes from one place.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A52B14-014C-4477-85A9-F4222235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1005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EAF8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FBABA6-BBCF-48EB-85C3-5FB77323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86250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4C2F"/>
                </a:solidFill>
              </a:defRPr>
            </a:pPr>
            <a:r>
              <a:rPr sz="900" b="1">
                <a:solidFill>
                  <a:srgbClr val="164C2F"/>
                </a:solidFill>
              </a:rPr>
              <a:t>No code shown: behavior explained through screens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39D1EF-9109-4DE3-870A-CAC4E4B2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ECBF30-A830-4EAE-A701-8F7BDC58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7363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34AC68-4B00-41D6-AB09-37C790DA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Product Catalogue and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F3E58-99D3-4D5B-B788-AA3A48A1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3 module: browse, filter, inspect details, track ratings and add items to cart.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9E80C-9997-4018-B408-81017F97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5076825" cy="288607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5f2d7e42a4b52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5000625" cy="2809875"/>
          </a:xfrm>
          <a:prstGeom xmlns:a="http://schemas.openxmlformats.org/drawingml/2006/main" prst="roundRect">
            <a:avLst>
              <a:gd name="adj" fmla="val 271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B7BD6-DFBF-40BE-90EF-FA654F0D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3169F-5E1E-4952-B312-370798A2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Catalogue and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36CD3-E18E-44D2-AAC8-6579D936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90650"/>
            <a:ext cx="5076825" cy="288607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fdd531cba4de5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428750"/>
            <a:ext cx="5000625" cy="2809875"/>
          </a:xfrm>
          <a:prstGeom xmlns:a="http://schemas.openxmlformats.org/drawingml/2006/main" prst="roundRect">
            <a:avLst>
              <a:gd name="adj" fmla="val 271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D6F57-541D-48D3-9658-4EA21FC0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38575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A7E43-19E4-46A6-ACBE-F0D7DC3F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Product detail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F9D2B-D3CF-478F-943E-F640CC78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2072F-632B-49AC-9837-FFB4D0E1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4C2F"/>
                </a:solidFill>
              </a:defRPr>
            </a:pPr>
            <a:r>
              <a:rPr sz="1500" b="1">
                <a:solidFill>
                  <a:srgbClr val="164C2F"/>
                </a:solidFill>
              </a:rPr>
              <a:t>Discovery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9C571-E3E8-409F-9F21-8CCAAAAE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Search, categories, stock labels,</a:t>
            </a:r>
          </a:p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ratings and wishlist entry points.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08CBA-AFC2-4345-BFE8-7D6FF564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672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5999B-6D0F-465A-A5BA-E37EFFE8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85775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4C2F"/>
                </a:solidFill>
              </a:defRPr>
            </a:pPr>
            <a:r>
              <a:rPr sz="1500" b="1">
                <a:solidFill>
                  <a:srgbClr val="164C2F"/>
                </a:solidFill>
              </a:rPr>
              <a:t>Decision screen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5403D-2520-4151-8E33-16F2FF6D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20065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Product images, quantity, price,</a:t>
            </a:r>
          </a:p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rating and add-to-cart action.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5EAF2-8FC7-480F-9D48-B3B9D40E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725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60DE7-C7CC-45A3-935D-817E6CA5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5775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4C2F"/>
                </a:solidFill>
              </a:defRPr>
            </a:pPr>
            <a:r>
              <a:rPr sz="1500" b="1">
                <a:solidFill>
                  <a:srgbClr val="164C2F"/>
                </a:solidFill>
              </a:rPr>
              <a:t>Customer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44F9C-6204-4888-B6D3-2E85A2E0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0065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Less friction from browsing</a:t>
            </a:r>
          </a:p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through cart selection.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812AE-A989-4BD7-88AF-C5D1AC7C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DB573-567A-4C54-BEF7-BE192BC8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04541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884AD9-9621-4A1F-95F9-DAA1ABC0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Wishlist, Ratings, Reviews and Image Upload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89FFB-D1C7-48C0-8A79-1D0CEA52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4 module: saved products, buyer feedback, star rating and optional review images.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19F9F-D9CD-47FB-B63C-B4F5D793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48387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621ceadcd4443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4762500" cy="2686050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C6FE7-1A4B-4D95-8F96-47139520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D6FA2-0ADD-46F3-BB90-331BA0C3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Wishlist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57F61-6EED-4231-B2D2-6AACF892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390650"/>
            <a:ext cx="48387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adce40f394d15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1428750"/>
            <a:ext cx="4762500" cy="2686050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726B9-2031-4836-B4AE-997DE265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7147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D6A20-47BB-46F7-9831-BDC759A0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71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Reviews and upload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A5AA0-5E86-452C-BB52-7168BB27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10125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2B4A1-003D-40FF-B48E-7B7FFAE2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530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Product liked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C7EDD-D499-46C7-AF66-84B3A0A0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958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4005F-DC48-4581-87B6-79F232EE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0125"/>
            <a:ext cx="2000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6E606-097A-43B8-9C47-0AB7B9C0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Saved to wishlist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11BDD-9C4C-43BD-8CA7-5B97D346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958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E8CBE-6C07-46FE-995B-879EF89C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10125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DBF72-8340-4EFD-9DA4-D0B2517A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Review with stars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and photo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D5BB0-B917-4152-A0F1-A06C4D7B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958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7C08D-A515-497C-883D-6E0335E5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10125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8FC67-A971-46D1-8F28-843A7AFE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530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Trust signal for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future buyers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6C24A-A269-460D-8AC1-80FE66A2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A15F7-DEA3-4770-8331-D1E9CD69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34233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A09BB0-B329-4443-9015-0B8453EE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Cart and Pricing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0237C-9FD6-40AF-8831-34BA8DD5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5 module: cart is maintained as a live state with quantity changes, remove actions and pricing totals.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18CEF-6DC8-48DD-98C1-6528002A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48387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a2c65561c4c98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4762500" cy="2686050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4E1EB-D7F4-4050-92F8-220B364D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110CD-7FCC-4567-8FB3-3BB182ED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Empty cart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AEC04-98B9-45A6-9E82-A8757E30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390650"/>
            <a:ext cx="48387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e92add57b4d85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1428750"/>
            <a:ext cx="4762500" cy="2686050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C17A0-A635-468A-BB4F-D081344F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7147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6EAF4-2336-4EA8-A760-7A822640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71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Filled cart and totals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A431E-7006-4696-BE9A-0B356E54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62500"/>
            <a:ext cx="2762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1CE93-5AB5-4B99-9A3A-01DB191F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38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BCAF6-EC69-4701-A229-6F49B7DA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958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43A51-0B9D-49CB-9329-82735018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9530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10231C"/>
                </a:solidFill>
              </a:defRPr>
            </a:pPr>
            <a:r>
              <a:rPr sz="1088">
                <a:solidFill>
                  <a:srgbClr val="10231C"/>
                </a:solidFill>
              </a:rPr>
              <a:t>Empty state guides users back to products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3EFA3-1A7E-4F39-B3CB-A6680801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2762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0586F-12E4-4C9F-9DC4-BDAB79B2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38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890E6-D5E0-4C81-8EC9-D0005D2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0958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D6D94-666C-4C2F-B80C-D34E8DB8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10231C"/>
                </a:solidFill>
              </a:defRPr>
            </a:pPr>
            <a:r>
              <a:rPr sz="1088">
                <a:solidFill>
                  <a:srgbClr val="10231C"/>
                </a:solidFill>
              </a:rPr>
              <a:t>Quantity controls update item subtotal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375BE-6587-4FF5-A009-25832DC0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00"/>
            <a:ext cx="2762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125CF-A6A5-47A8-B1FC-6A2661D3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038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A720B-2281-4CD0-96B6-0D40EDAF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958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31EEB-ACD6-4659-BBB2-48D8D998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9530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10231C"/>
                </a:solidFill>
              </a:defRPr>
            </a:pPr>
            <a:r>
              <a:rPr sz="1088">
                <a:solidFill>
                  <a:srgbClr val="10231C"/>
                </a:solidFill>
              </a:rPr>
              <a:t>Order summary separates item amount, delivery, tax and total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1AFA0-7C35-45C9-8A3F-A6674F8E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2A619-DBC6-4421-AC2A-5112D173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22488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A445FF-83A7-40A8-B672-A852CF9C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Checkout, Orders and Razorpay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5F6DF-C5A2-4C01-B01A-9F1AAAB6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6 module: shipping details, payment gateway, order history and payment status tracking.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F0426-16E6-4177-BD7A-7D5880A1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5029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71e550e3d48a0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09700"/>
            <a:ext cx="4953000" cy="278130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DF25-1E2C-4B03-BFED-F23F87C9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3C7F7-0FBB-4129-9B33-48A3B168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Razorpay checkout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0C0E2-6D3C-4B60-9020-E8FDF7D7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371600"/>
            <a:ext cx="5029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7f37c45614d57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1409700"/>
            <a:ext cx="4953000" cy="278130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76104-52E1-4F42-8ADB-3C56C0E4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909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F277C-54EB-4860-8EF3-9F32C875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48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Order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FF7A0-E3BF-4E48-8515-9BB3E154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5375"/>
            <a:ext cx="142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DB08B-627E-4686-8EB0-0B86D202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Cart total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71F3A-B4AF-4A9D-8364-94B00E1A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720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39858-29DA-4760-BC40-FA75A5DA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05375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B9A25-C379-4405-BEAD-74E8C465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482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Shipping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2CF89-322F-4B3A-884E-6959FD12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720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7CCEA-3AAA-4063-848B-3A1444A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05375"/>
            <a:ext cx="1809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39820-4203-42F6-83D2-899631A0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4825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Razorpay 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13AD5-3B23-42ED-87FB-DF232670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720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600652-0DAA-4398-A492-612C36D4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05375"/>
            <a:ext cx="152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3A547-A9CA-45B9-9841-981534FB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482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Order 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4E999-5DE8-4D9C-9730-C1740F82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720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6F9B7-84E9-497D-900F-09832758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05375"/>
            <a:ext cx="152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05065-9893-48D2-A340-EDDCE151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0482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Status visible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9F44B-85A7-4924-A304-7DE0DE3F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2B52A5-6803-49D2-9F4E-13E42657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2205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F097C8-96B9-4305-B261-DC588076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Administration and Role-Based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A958F-B0F8-4875-80B4-B9E38C8E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7 module: admin-only screens for products, users and store governance.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0A15E-1440-49D7-B628-75C00336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48387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311bd33594485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4762500" cy="2686050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11674-F2A3-46C7-894C-F57ADF7F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1E15F-11D6-4FD8-8C89-44F3D691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Admin products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6C489-7900-4D7B-8E68-BE2090DB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90650"/>
            <a:ext cx="48387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011a8f8264c7e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762500" cy="2686050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B759C-86FA-47CF-A1DE-C3AC457D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6D20B-937A-4CB6-A634-E2185570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71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User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B4051-E9A5-42B0-B9E5-3792C4DE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C0983-8B0A-4E96-8231-35A9451E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339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4C2F"/>
                </a:solidFill>
              </a:defRPr>
            </a:pPr>
            <a:r>
              <a:rPr sz="1500" b="1">
                <a:solidFill>
                  <a:srgbClr val="164C2F"/>
                </a:solidFill>
              </a:rPr>
              <a:t>Admin 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6960B-E4CD-471B-AB86-3102B41F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768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Maintains product records</a:t>
            </a:r>
          </a:p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and user accounts.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AD750-AF01-4882-9B05-38332153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43450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D4EAB-4525-4133-95B3-60CCB4E5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339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4C2F"/>
                </a:solidFill>
              </a:defRPr>
            </a:pPr>
            <a:r>
              <a:rPr sz="1500" b="1">
                <a:solidFill>
                  <a:srgbClr val="164C2F"/>
                </a:solidFill>
              </a:rPr>
              <a:t>User 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44E66-08C7-45ED-A29B-88D4DD08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768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Accesses catalogue, cart,</a:t>
            </a:r>
          </a:p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orders and profile.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D5B4C-96CF-4750-8008-2B9AFAE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43450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99F56-6D22-426F-BA09-60936138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339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4C2F"/>
                </a:solidFill>
              </a:defRPr>
            </a:pPr>
            <a:r>
              <a:rPr sz="1500" b="1">
                <a:solidFill>
                  <a:srgbClr val="164C2F"/>
                </a:solidFill>
              </a:rPr>
              <a:t>Protected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9346F-ADE1-4295-8809-339B1868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768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Actions appear only for</a:t>
            </a:r>
          </a:p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permitted account roles.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E274C8-1130-4553-AAA3-560E5913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83BB1F-F32E-423E-A291-334E9F50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98824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B51EFA-43CA-4FD4-9A7C-B2CCAFAC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Admin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E621A-0181-4BFB-9289-B4E2A960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Role-based operation screens for product maintenance and cart visibility.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DFD47-7A3C-41CF-B951-8137AA89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33337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bb7fe72d94f89"/>
          <a:srcRect xmlns:a="http://schemas.openxmlformats.org/drawingml/2006/main" l="0" t="97" r="0" b="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32575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80E5C-4299-4F3E-A09A-2A4517E9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4B572-B421-4384-9DDD-DBAC1C0C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User carts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38B21-A525-4216-9269-10C238A4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33337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785c172384688"/>
          <a:srcRect xmlns:a="http://schemas.openxmlformats.org/drawingml/2006/main" l="0" t="97" r="0" b="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7700" y="1428750"/>
            <a:ext cx="32575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6E714-5986-4A46-BE5B-92C2915C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C63C6-6A34-4CF7-B9C4-24EF90DE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Add 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DB429-AC4A-4236-8C42-211CE140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90650"/>
            <a:ext cx="33337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579a1a1804963"/>
          <a:srcRect xmlns:a="http://schemas.openxmlformats.org/drawingml/2006/main" l="0" t="97" r="0" b="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428750"/>
            <a:ext cx="32575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79E57-B553-4879-9D65-95BB2AD9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C6236-E993-4C72-97EA-16E86A4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Edit product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F4ADA-BDF7-44F1-AE2E-FF12CF90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10382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EB1AE-00AA-4932-BE0A-2665C613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4C2F"/>
                </a:solidFill>
              </a:defRPr>
            </a:pPr>
            <a:r>
              <a:rPr sz="1875" b="1">
                <a:solidFill>
                  <a:srgbClr val="164C2F"/>
                </a:solidFill>
              </a:rPr>
              <a:t>Operational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99EBB-4584-42FB-AFE6-F3FF83B4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00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3648E-9A06-409F-95E4-10AFDFA4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5295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Admin can add, edit, activate or deactivate products.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D863D-4353-40FC-B6BD-031B7C6B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00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2420A-2D69-4615-BD62-0C37603A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5295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Cart oversight shows baskets, item counts and value.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5615B-5359-4987-866E-DA6496B5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00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65736-3019-482B-9543-A15B4943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Customer and admin screens keep a consistent visual style.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C0DB0-88FC-4DD9-AB83-D3C184AF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C32EA-BD92-4798-A5D8-AC0BB25A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43354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497C88-6F8E-4AF2-9C66-3734AE3C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Operations, Database and Complete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213F7-B8A7-4931-A9FB-36E0E032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8 module: database-backed entities connect every screen into one full shopping journey.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3659B-CD31-42F8-9424-B47EEF5F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431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E4650-C73E-47A5-AA18-4D5E0FB8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B397B-A54D-40AB-BB2F-E49139EE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DDBB5-E4C5-4CFA-AA07-B50A76E6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B1680-67DE-490A-A909-AACE6A49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10000"/>
            <a:ext cx="1476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8DFA3-2CB5-4F35-8E3F-585A0B73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100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09AA3-E0F5-48CE-8371-B2504D3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100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7536F-32B7-41DF-82A4-0F3B9B75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76500"/>
            <a:ext cx="381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73120-3075-4682-88AF-7956F183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76500"/>
            <a:ext cx="381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BDD8C-3C37-459F-BFF8-2F4F57A5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381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4E613-633D-4B39-BA35-2F3A0044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A4432-AB6E-4971-A5E3-7D505EDC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AA14F-7812-4838-9738-68CA3C75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6AAD9-1538-4D8D-8C2A-D3919EB0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6AD50-15D3-4D9E-B82F-143D89F6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7DD6F-B9FC-4AB0-9828-4835B4D8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Cart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DA831-66C0-4778-AAE1-BA1BD13C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8998C-BB7D-4EDE-B181-1BE6A7BE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A9985-0595-4110-85CB-4CB2DBCC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63A1FA-1341-4821-A26A-B02681E6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Payment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13691-470D-48E2-8443-8A126914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76625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C38114-B02C-44C4-BFE3-7CE3C382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6195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Wishlist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D08A1-F133-41B9-808D-E38844D9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76625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97E5DD-96CA-4DD4-A186-113C9503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6195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4889AD-BBA1-4998-ADB3-2CFFD2E1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76625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D47460-14A6-4D39-9029-9D637E0C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195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3EA8F8-4B34-4ACC-91A3-6A0F107B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76625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0A3CCC-9698-44FB-AE92-DE9316C8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195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Uploads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317E2D-2340-48E6-B114-D0DE0950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981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05FDAB-1271-4A5E-BE70-65C6E393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4C2F"/>
                </a:solidFill>
              </a:defRPr>
            </a:pPr>
            <a:r>
              <a:rPr sz="1500" b="1">
                <a:solidFill>
                  <a:srgbClr val="164C2F"/>
                </a:solidFill>
              </a:rPr>
              <a:t>Integration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CE3198-2F0E-4334-AFB2-1A202268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292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16A"/>
                </a:solidFill>
              </a:defRPr>
            </a:pPr>
            <a:r>
              <a:rPr sz="1125">
                <a:solidFill>
                  <a:srgbClr val="60716A"/>
                </a:solidFill>
              </a:rPr>
              <a:t>Authentication identifies users, products feed the catalogue, cart state produces checkout totals, payments create orders, and reviews/wishlist enrich the customer experience.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CC6F7C-B7F1-4B21-AEF5-FE1A3E8C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EA75A9-3D5D-4B35-B4D1-F4A986AE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45460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B816F2-AA76-4519-AA95-6D50A07F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06437-1A8C-488E-95B6-89F46D6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Mercato demonstrates a complete e-commerce workflow from account access to admin-managed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D7583-8AFC-4DF3-9410-1FA63686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31242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8bc25e9834e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5BF2C-DA13-458C-8D09-41EA3269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B0F77-D5DA-4EA3-8788-6603E244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6C726-0F8E-4970-B4DC-4F0318AF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390650"/>
            <a:ext cx="31242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a7feceb3e4b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4287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3B7FB-78A5-4394-B7A3-0B5D3FAC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432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4E497-E1A1-41BB-9A2F-4B8D41B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003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FE61D-058F-4AFD-83F4-13589586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90650"/>
            <a:ext cx="31242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e2c517a2241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4287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F2A31-72F8-4783-9CE5-88C68503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E4E91-8D15-4DDA-93DC-04479ED6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03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0AF6A-0565-4C52-B63F-53FA6983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0B351-7DB5-4F7E-80F4-EA980C3B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952875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4C2F"/>
                </a:solidFill>
              </a:defRPr>
            </a:pPr>
            <a:r>
              <a:rPr sz="1500" b="1">
                <a:solidFill>
                  <a:srgbClr val="164C2F"/>
                </a:solidFill>
              </a:rPr>
              <a:t>Project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BF3E0-867E-4649-A3F5-F936FD90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295775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A working full stack shopping</a:t>
            </a:r>
          </a:p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system with customer, order,</a:t>
            </a:r>
          </a:p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payment, review and admin modules.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8BB92-1A8C-4A99-B9F8-17EDD5F6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62375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2F6DD-1EE9-450B-960A-407740E3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952875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4C2F"/>
                </a:solidFill>
              </a:defRPr>
            </a:pPr>
            <a:r>
              <a:rPr sz="1500" b="1">
                <a:solidFill>
                  <a:srgbClr val="164C2F"/>
                </a:solidFill>
              </a:rPr>
              <a:t>Future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6DEEF-F618-4ACD-A4FA-DE48951C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295775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Small next step: analytics,</a:t>
            </a:r>
          </a:p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recommendations and shipment</a:t>
            </a:r>
          </a:p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tracking.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375D4-8E04-462E-9634-1CC083FA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62375"/>
            <a:ext cx="3143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1CB6D8-8231-463E-AFD9-C2B6DFA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52875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4C2F"/>
                </a:solidFill>
              </a:defRPr>
            </a:pPr>
            <a:r>
              <a:rPr sz="1500" b="1">
                <a:solidFill>
                  <a:srgbClr val="164C2F"/>
                </a:solidFill>
              </a:rPr>
              <a:t>Thank you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0DE7D-FE55-4CDD-81F3-33ACE1FE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295775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Presented by the</a:t>
            </a:r>
          </a:p>
          <a:p xmlns:a="http://schemas.openxmlformats.org/drawingml/2006/main">
            <a:pPr>
              <a:defRPr sz="1088">
                <a:solidFill>
                  <a:srgbClr val="60716A"/>
                </a:solidFill>
              </a:defRPr>
            </a:pPr>
            <a:r>
              <a:rPr sz="1088">
                <a:solidFill>
                  <a:srgbClr val="60716A"/>
                </a:solidFill>
              </a:rPr>
              <a:t>8-member project team.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22599-CC46-4AA8-81C5-A40318A5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96BBB1-FBBE-4CC7-916A-4CB4F424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38943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2026-06-28T19:05:33.6520000Z</dcterms:created>
  <dcterms:modified xsi:type="dcterms:W3CDTF">2026-06-28T19:05:33.6520000Z</dcterms:modified>
</coreProperties>
</file>